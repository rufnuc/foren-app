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6400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C2431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6400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C243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3258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C2431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13258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C243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2148840" cy="1188720"/>
          </a:xfrm>
          <a:prstGeom prst="roundRect">
            <a:avLst>
              <a:gd name="adj" fmla="val 15385"/>
            </a:avLst>
          </a:prstGeom>
          <a:solidFill>
            <a:srgbClr val="5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-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444752" y="2962656"/>
            <a:ext cx="914400" cy="64008"/>
          </a:xfrm>
          <a:prstGeom prst="roundRect">
            <a:avLst>
              <a:gd name="adj" fmla="val 42857"/>
            </a:avLst>
          </a:prstGeom>
          <a:solidFill>
            <a:srgbClr val="E8B96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576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survivors can gather safely —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prove was never altered.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41248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BE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private, tamper-evident evidence vault, hidden in plain sight.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B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2026</a:t>
            </a:r>
            <a:pPr indent="0" marL="0">
              <a:buNone/>
            </a:pPr>
            <a:r>
              <a:rPr lang="en-US" sz="1200" dirty="0">
                <a:solidFill>
                  <a:srgbClr val="C9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[ Founder name ] · [ email ] · [ website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Survivors can’t safely document what’s happening to them.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</a:t>
            </a:r>
            <a:pPr indent="0" marL="0"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experience physical or sexual violence in their lifetime.</a:t>
            </a:r>
            <a:pPr indent="0" marL="0">
              <a:buNone/>
            </a:pPr>
            <a:r>
              <a:rPr lang="en-US" sz="1100" i="1" dirty="0">
                <a:solidFill>
                  <a:srgbClr val="A89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(WHO)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0215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743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4290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to keep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39776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or monitored phone means saved photos, notes, or an app can be found — and put them in danger.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2468880"/>
            <a:ext cx="350215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2743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81144" y="34290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dismiss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81144" y="39776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photos are trivial to edit, so they’re doubted when it matters most — in court or a case review.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468880"/>
            <a:ext cx="350215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743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57616" y="34290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Nowhere safe to put 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57616" y="39776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tools mean accounts, trails, and third-party custody of the most sensitive data a person owns.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pieces to solve this only just came together.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7860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1546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caught 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65760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Coercive control and stalking are now criminal offences in a growing number of jurisdictions — contemporaneous documentation carries real legal weight.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57860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31546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moved on-device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1144" y="365760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and transcription now run on the phone itself, so evidence becomes searchable and usable without ever being uploaded.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2860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7616" y="257860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31546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got cheap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365760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Public-blockchain timestamping makes independent, tamper-evident proof of "this existed, unaltered, on this date" practical at near-zero cost.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5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disguised, zero-knowledge vault that turns everyday photos, messages, and recordings into court-ready, tamper-evident evidence.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38328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9319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as an ordinary puzzle game. A duress passcode reveals an empty decoy — safe on a shared or watched device.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310896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5B3A5C"/>
          </a:solidFill>
          <a:ln w="12700">
            <a:solidFill>
              <a:srgbClr val="5B3A5C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338328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39319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81144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encrypted on the device. No account, no cloud custody; nothing leaves unless the user chooses to export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10896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338328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39319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Provable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7616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hashed and anchored to public blockchains — an independent timestamp that shows it was never altered.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hidden app to court-ready proof.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8529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33649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as a game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2104" y="38587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disguise; duress hides 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51176" y="3497580"/>
            <a:ext cx="310896" cy="0"/>
          </a:xfrm>
          <a:prstGeom prst="line">
            <a:avLst/>
          </a:prstGeom>
          <a:noFill/>
          <a:ln w="25400">
            <a:solidFill>
              <a:srgbClr val="A89F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265176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9816" y="28529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099816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44952" y="33649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44952" y="38587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messages, audio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64024" y="3497580"/>
            <a:ext cx="310896" cy="0"/>
          </a:xfrm>
          <a:prstGeom prst="line">
            <a:avLst/>
          </a:prstGeom>
          <a:noFill/>
          <a:ln w="25400">
            <a:solidFill>
              <a:srgbClr val="A89F9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11496" y="265176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2664" y="28529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33649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 on-device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57800" y="38587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no cloud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76872" y="3497580"/>
            <a:ext cx="310896" cy="0"/>
          </a:xfrm>
          <a:prstGeom prst="line">
            <a:avLst/>
          </a:prstGeom>
          <a:noFill/>
          <a:ln w="25400">
            <a:solidFill>
              <a:srgbClr val="A89F9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24344" y="265176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25512" y="28529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52551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0648" y="33649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&amp; anchor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70648" y="38587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+ Solana / Bitcoin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9720" y="3497580"/>
            <a:ext cx="310896" cy="0"/>
          </a:xfrm>
          <a:prstGeom prst="line">
            <a:avLst/>
          </a:prstGeom>
          <a:noFill/>
          <a:ln w="25400">
            <a:solidFill>
              <a:srgbClr val="A89F9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37192" y="265176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5B3A5C"/>
          </a:solidFill>
          <a:ln w="12700">
            <a:solidFill>
              <a:srgbClr val="5B3A5C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38360" y="28529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31" name="Text 29"/>
          <p:cNvSpPr/>
          <p:nvPr/>
        </p:nvSpPr>
        <p:spPr>
          <a:xfrm>
            <a:off x="97383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83496" y="33649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export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683496" y="38587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bundle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duress passcode opens an empty decoy vault — so the app stays safe even on a shared or monitored phone.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DIFFERENT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tool does all four. Foren does.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83080"/>
                <a:gridCol w="1783080"/>
                <a:gridCol w="178308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&amp; 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Disguise &amp; duress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7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Zero-knowledge, on-device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7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Tamper-evident proof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7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OCR &amp; transcription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7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Court-ready export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7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89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Foren’s moat is the combination — disguise, zero-knowledge storage, and independent proof in one trauma-informed product.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underserved need — reached through the orgs that already serve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0487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27685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domestic abuse &amp; coercive control worldwide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0" y="227685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5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size — to confirm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A5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0215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7A5A7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3741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+ support orgs in target launch markets (UK first)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60720" y="337413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7A5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size — to confirm 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79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9943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A9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44714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NGOs, shelters &amp; legal-aid clinics, years 1–2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17520" y="447141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A9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target — to confirm 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are budget-holding organizations (shelters, legal aid, DV NGOs); survivors are reached through them at no cost. Anchor: 1 in 3 women affected (WHO). Replace bracketed figures with your sizing.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 doors — no survivor is priced out.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BF1DE"/>
          </a:solidFill>
          <a:ln w="19050">
            <a:solidFill>
              <a:srgbClr val="CBA968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000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A9791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Organization-sponsored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 decides who needs 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NGOs, shelters, clinics &amp; law firms buy tiered licenses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enrol the survivors they serve — who pay nothing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budget-backed recurring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5B3A5C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35000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subscription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anyone an org doesn’t reach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subscribe on their own — no referral needed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tier; core safety features never paywalled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Grant-funded hardship access for those who can’t pay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Underpinned by grants &amp; philanthropy, partner training contracts, and later public-sector pilots.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with the organizations, then widen access.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60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handful of DV NGOs, shelters and legal-aid clinics. Real usage, safety feedback, and credibility with the people who guide survivors.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2560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29077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access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9432" y="347472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organizational licensing and open direct subscription, so anyone the partner network doesn’t reach can still get 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28600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5904" y="2560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75904" y="29077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75904" y="347472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Public-sector and justice-system pilots; expand to new jurisdictions as evidentiary and legal fit is proven.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product today — pre-launch, in development.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67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b="1" spc="100" kern="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 with the game disguise + duress passcode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AES-256 encryption; no account, no cloud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hashing + live Solana &amp; Bitcoin anchoring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 &amp; speech-to-text (offline)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verifiable export bundles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3EEE6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267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300" b="1" spc="100" kern="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(WITH FUNDING)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audit &amp; penetration test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NGO / legal-aid design partners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scaffolded pieces (IPFS, emergency dispatch)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UX research with survivors &amp; advocates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and evidentiary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status: OCR/ASR and blockchain anchoring are real and running; IPFS storage and emergency dispatch are scaffolded and on the roadmap.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product, and lived-experience — built for trust.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5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FN 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242316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Founder name ] — Founder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29260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or two lines: your background in security / product / domain, and why you’re the person to build this. Replace this text. 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EEE6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cryptography engineering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product &amp; safety design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domestic-violence domain 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60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EEE6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88900" dist="25400" dir="5400000">
              <a:srgbClr val="C9BEB2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/ ADVISORS SOUGHT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Senior security / mobile engineer ]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DV-sector / legal advisor ]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Design partner org relationships 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82880" cy="182880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85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1005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</a:t>
            </a:r>
            <a:pPr indent="0" marL="0">
              <a:buNone/>
            </a:pPr>
            <a:r>
              <a:rPr lang="en-US" sz="3800" b="1" dirty="0">
                <a:solidFill>
                  <a:srgbClr val="E8B9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£___ ]</a:t>
            </a:r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pre-seed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BE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take a working product to its first real-world deployments, safely.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A2231"/>
          </a:solidFill>
          <a:ln w="12700">
            <a:solidFill>
              <a:srgbClr val="473A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9535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4472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78992" y="390448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harden, and secure the core product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26974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A2231"/>
          </a:solidFill>
          <a:ln w="12700">
            <a:solidFill>
              <a:srgbClr val="473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29535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34472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audit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2312" y="390448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security &amp; cryptography review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6974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A2231"/>
          </a:solidFill>
          <a:ln w="12700">
            <a:solidFill>
              <a:srgbClr val="473A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9535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B96D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34472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&amp; pilots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5632" y="390448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NGO / legal-aid design deployments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buys:  [ security audit passed · N design-partner orgs live · first pilot cohort ] — replace with your targets.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23560"/>
            <a:ext cx="1828800" cy="914400"/>
          </a:xfrm>
          <a:prstGeom prst="roundRect">
            <a:avLst>
              <a:gd name="adj" fmla="val 16000"/>
            </a:avLst>
          </a:prstGeom>
          <a:solidFill>
            <a:srgbClr val="5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961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325880" y="6327648"/>
            <a:ext cx="822960" cy="50292"/>
          </a:xfrm>
          <a:prstGeom prst="roundRect">
            <a:avLst>
              <a:gd name="adj" fmla="val 36364"/>
            </a:avLst>
          </a:prstGeom>
          <a:solidFill>
            <a:srgbClr val="E8B96D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5715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talk.
</a:t>
            </a:r>
            <a:pPr indent="0" marL="0">
              <a:buNone/>
            </a:pPr>
            <a:r>
              <a:rPr lang="en-US" sz="1300" dirty="0">
                <a:solidFill>
                  <a:srgbClr val="C9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Founder name ] · [ email ] · [ website 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2026-07-21T08:45:43Z</dcterms:created>
  <dcterms:modified xsi:type="dcterms:W3CDTF">2026-07-21T08:45:43Z</dcterms:modified>
</cp:coreProperties>
</file>